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1"/>
    <p:sldId id="257" r:id="rId2"/>
    <p:sldId id="258" r:id="rId3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slid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dvisorUpdate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7F8FA"/>
      </a:lt2>
      <a:accent1>
        <a:srgbClr val="0E7C7B"/>
      </a:accent1>
      <a:accent2>
        <a:srgbClr val="2357A4"/>
      </a:accent2>
      <a:accent3>
        <a:srgbClr val="14824A"/>
      </a:accent3>
      <a:accent4>
        <a:srgbClr val="D9730D"/>
      </a:accent4>
      <a:accent5>
        <a:srgbClr val="B42318"/>
      </a:accent5>
      <a:accent6>
        <a:srgbClr val="657181"/>
      </a:accent6>
      <a:hlink>
        <a:srgbClr val="2357A4"/>
      </a:hlink>
      <a:folHlink>
        <a:srgbClr val="5B21B6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3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导师汇报：Next-stroke 路线调整</dc:title>
  <dc:creator>Codex</dc:creator>
  <cp:lastModifiedBy>Codex</cp:lastModifiedBy>
  <dcterms:created xsi:type="dcterms:W3CDTF">2026-05-28T05:56:49Z</dcterms:created>
  <dcterms:modified xsi:type="dcterms:W3CDTF">2026-05-28T05:56:49Z</dcterms:modified>
</cp:coreProperties>
</file>